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F46E5"/>
                </a:solidFill>
                <a:latin typeface="Arial"/>
              </a:defRPr>
            </a:pPr>
            <a:r>
              <a:t>Studex Ta'lim Platformasi</a:t>
            </a:r>
          </a:p>
          <a:p>
            <a:pPr algn="ctr">
              <a:spcBef>
                <a:spcPts val="1500"/>
              </a:spcBef>
              <a:defRPr sz="2200">
                <a:solidFill>
                  <a:srgbClr val="1E293B"/>
                </a:solidFill>
                <a:latin typeface="Arial"/>
              </a:defRPr>
            </a:pPr>
            <a:r>
              <a:t>Boshqa o'quv platformalari bilan solishtirma tahlil taqdimoti</a:t>
            </a:r>
          </a:p>
          <a:p>
            <a:pPr algn="ctr">
              <a:spcBef>
                <a:spcPts val="8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5 ta asosiy ustunlik bo'yicha tahlil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Solishtirma Tahlil: Asosiy 5 ta Ustunlik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1081735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554480"/>
                <a:gridCol w="1554480"/>
                <a:gridCol w="1554480"/>
                <a:gridCol w="1581912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Imkoniyatlar / Xususiyatlar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Studex 🚀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Kahoot ⚡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testbor.uz 📝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Wordwall 🎡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Khan Academy 🎓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Duolingo-style Gamifikatsiya</a:t>
                      </a:r>
                    </a:p>
                    <a:p>
                      <a:r>
                        <a:t>(XP, Daraja, Nishonlar, Streak)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Ha (To'liq)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Aqlli AI Chatbot-Yordamchi</a:t>
                      </a:r>
                    </a:p>
                    <a:p>
                      <a:r>
                        <a:t>(Gemini yechim, 3 xil rejim)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Ha (To'liq)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Sympy Algebraik Grader</a:t>
                      </a:r>
                    </a:p>
                    <a:p>
                      <a:r>
                        <a:t>(Javobni algebraik tekshirish)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Ha (To'liq)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 Diagnostika &amp; Tavsiyalar</a:t>
                      </a:r>
                    </a:p>
                    <a:p>
                      <a:r>
                        <a:t>(Weak topics, o'quv materiallar)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Ha (Dinamik)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Yo'q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Sinf &amp; Kurs Boshqaruvi</a:t>
                      </a:r>
                    </a:p>
                    <a:p>
                      <a:r>
                        <a:t>(O'qituvchi material/testlar guruhi)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Arial"/>
                        </a:defRPr>
                      </a:pPr>
                      <a:r>
                        <a:t>Ha (To'liq)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Qisman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